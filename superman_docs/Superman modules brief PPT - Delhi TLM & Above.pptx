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25AE-4AAD-4F7A-8388-EAB488BB9C2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95A2-C5D2-48E4-BA5C-7476CE568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848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25AE-4AAD-4F7A-8388-EAB488BB9C2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95A2-C5D2-48E4-BA5C-7476CE568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45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25AE-4AAD-4F7A-8388-EAB488BB9C2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95A2-C5D2-48E4-BA5C-7476CE568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37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25AE-4AAD-4F7A-8388-EAB488BB9C2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95A2-C5D2-48E4-BA5C-7476CE568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693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25AE-4AAD-4F7A-8388-EAB488BB9C2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95A2-C5D2-48E4-BA5C-7476CE568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776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25AE-4AAD-4F7A-8388-EAB488BB9C2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95A2-C5D2-48E4-BA5C-7476CE568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590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25AE-4AAD-4F7A-8388-EAB488BB9C2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95A2-C5D2-48E4-BA5C-7476CE568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6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25AE-4AAD-4F7A-8388-EAB488BB9C2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95A2-C5D2-48E4-BA5C-7476CE568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93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25AE-4AAD-4F7A-8388-EAB488BB9C2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95A2-C5D2-48E4-BA5C-7476CE568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471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25AE-4AAD-4F7A-8388-EAB488BB9C2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95A2-C5D2-48E4-BA5C-7476CE568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549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25AE-4AAD-4F7A-8388-EAB488BB9C2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95A2-C5D2-48E4-BA5C-7476CE568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905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525AE-4AAD-4F7A-8388-EAB488BB9C2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995A2-C5D2-48E4-BA5C-7476CE568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95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7739" y="2040835"/>
            <a:ext cx="9144000" cy="4041913"/>
          </a:xfrm>
          <a:prstGeom prst="rect">
            <a:avLst/>
          </a:prstGeom>
          <a:noFill/>
          <a:ln w="571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6600" b="1" dirty="0" smtClean="0">
                <a:solidFill>
                  <a:schemeClr val="accent1">
                    <a:lumMod val="50000"/>
                  </a:schemeClr>
                </a:solidFill>
              </a:rPr>
              <a:t>Superman Application</a:t>
            </a:r>
          </a:p>
          <a:p>
            <a:pPr algn="ctr"/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Brief Overview of the Modules for 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TLM and above</a:t>
            </a:r>
            <a:endParaRPr lang="en-IN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:a16="http://schemas.microsoft.com/office/drawing/2014/main" id="{5664E9AE-056F-3320-17AA-41ACC8A5F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589" y="132522"/>
            <a:ext cx="3162300" cy="1571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210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3339" y="159026"/>
            <a:ext cx="11025809" cy="67586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</a:t>
            </a:r>
            <a:r>
              <a:rPr lang="en-IN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SCREEN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shows the planned customer and chemist calls as per the Tour plan</a:t>
            </a:r>
            <a:r>
              <a:rPr lang="en-IN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448800" y="2054089"/>
            <a:ext cx="2743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Upcoming events, notifications, and sync status can be checked on the home page as well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Since the manager only adds MR in JFW in TP, so it can show 0 planned visits even though TP is planned.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738278" y="6211669"/>
            <a:ext cx="26193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000000"/>
                </a:solidFill>
                <a:latin typeface="Calibri" panose="020F0502020204030204" pitchFamily="34" charset="0"/>
              </a:rPr>
              <a:t>TLM</a:t>
            </a:r>
            <a:r>
              <a:rPr lang="en-IN" dirty="0" smtClean="0">
                <a:solidFill>
                  <a:srgbClr val="000000"/>
                </a:solidFill>
                <a:latin typeface="Calibri" panose="020F0502020204030204" pitchFamily="34" charset="0"/>
              </a:rPr>
              <a:t>  -    10031417</a:t>
            </a:r>
            <a:r>
              <a:rPr lang="en-IN" dirty="0" smtClean="0"/>
              <a:t> </a:t>
            </a:r>
            <a:endParaRPr lang="en-IN" dirty="0" smtClean="0"/>
          </a:p>
          <a:p>
            <a:r>
              <a:rPr lang="en-US" dirty="0"/>
              <a:t>PWD - </a:t>
            </a:r>
            <a:r>
              <a:rPr lang="en-US" dirty="0" smtClean="0"/>
              <a:t>  Sree@62025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4" y="1656522"/>
            <a:ext cx="8635965" cy="455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15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7140" y="66260"/>
            <a:ext cx="11025809" cy="67586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the PLAN &amp; MEET you will find options for daily plan and tour plan  </a:t>
            </a:r>
            <a:endParaRPr lang="en-IN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083827" y="2056919"/>
            <a:ext cx="381662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daily plan will show the planned customers and chemist calls for the selected MR or any individual activity planned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plan DCR, you can click </a:t>
            </a:r>
            <a:r>
              <a:rPr lang="en-US" b="1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REVIEW DCR</a:t>
            </a:r>
            <a:endParaRPr lang="en-US" b="1" dirty="0" smtClean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2" y="1336426"/>
            <a:ext cx="7951305" cy="49298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1688" y="1668126"/>
            <a:ext cx="1073426" cy="49033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214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7140" y="66261"/>
            <a:ext cx="11025809" cy="67586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Tour plan shows the detailed planning for the month. </a:t>
            </a:r>
            <a:endParaRPr lang="en-IN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422296" y="2078142"/>
            <a:ext cx="25709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TLM and above managers can plan their 6-month Tour plan in advance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IN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download TP option is available for TLM onwards managers   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97" y="1566445"/>
            <a:ext cx="9078515" cy="482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10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5" y="1184656"/>
            <a:ext cx="7951304" cy="55727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3583" y="176370"/>
            <a:ext cx="11025809" cy="67586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Dashboard is for detailed reports of </a:t>
            </a:r>
            <a:r>
              <a:rPr lang="en-IN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  </a:t>
            </a:r>
            <a:r>
              <a:rPr lang="en-IN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&amp; chemist coverage, and the sales report for the managers</a:t>
            </a:r>
            <a:endParaRPr lang="en-IN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07866" y="2539852"/>
            <a:ext cx="322152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hey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check the leading customer coverage, JFW &amp; TP deviation, and hospital coverage </a:t>
            </a: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 smtClean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IN" dirty="0" smtClean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Detailed sales dashboard according to geographies and Brands   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624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79" y="1596657"/>
            <a:ext cx="10241097" cy="47933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140" y="185530"/>
            <a:ext cx="11025809" cy="64935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GSP module is for the Granular sales planning for the submitted for the upcoming financial year. It’s a once-in-a-year planning submitted at the start of every financial year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187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29" y="1173214"/>
            <a:ext cx="10240630" cy="55390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140" y="159026"/>
            <a:ext cx="11025809" cy="64935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Admin option is for a variety of options related to the items and samples, leave, holiday etc.  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04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1" y="1018569"/>
            <a:ext cx="10392544" cy="5645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140" y="159025"/>
            <a:ext cx="11025809" cy="64935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The Guidelines Module is for the Incentive policy and brand guide, updated by the admin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686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30" y="843793"/>
            <a:ext cx="10304057" cy="58021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140" y="106017"/>
            <a:ext cx="11025809" cy="64935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The AMS module redirects to the AMS production page if you click on proceed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578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83" y="1414186"/>
            <a:ext cx="10910120" cy="49458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81680" y="291547"/>
            <a:ext cx="11025809" cy="64935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The AMS production landing page for the managers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600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57739" y="2040835"/>
            <a:ext cx="9144000" cy="4041913"/>
          </a:xfrm>
          <a:prstGeom prst="rect">
            <a:avLst/>
          </a:prstGeom>
          <a:noFill/>
          <a:ln w="571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9600" dirty="0" smtClean="0">
                <a:solidFill>
                  <a:schemeClr val="accent1">
                    <a:lumMod val="50000"/>
                  </a:schemeClr>
                </a:solidFill>
              </a:rPr>
              <a:t>Thank You!</a:t>
            </a:r>
            <a:endParaRPr lang="en-IN" sz="9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5664E9AE-056F-3320-17AA-41ACC8A5F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589" y="345631"/>
            <a:ext cx="3162300" cy="1571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2654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283</Words>
  <Application>Microsoft Office PowerPoint</Application>
  <PresentationFormat>Widescreen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Kumud\Superman Support (IS)\HO</dc:creator>
  <cp:lastModifiedBy>Kumud\Superman Support (IS)\HO</cp:lastModifiedBy>
  <cp:revision>3</cp:revision>
  <dcterms:created xsi:type="dcterms:W3CDTF">2025-07-02T14:33:28Z</dcterms:created>
  <dcterms:modified xsi:type="dcterms:W3CDTF">2025-07-02T15:01:02Z</dcterms:modified>
</cp:coreProperties>
</file>