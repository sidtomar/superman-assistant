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7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27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36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80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443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634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8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364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44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33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17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95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A98C8-64BE-4E81-BB79-9F2CB950B71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A6FFE-F8A0-4AAB-A297-91044D60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14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AMGARH@1234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7739" y="2040835"/>
            <a:ext cx="9144000" cy="4041913"/>
          </a:xfrm>
          <a:prstGeom prst="rect">
            <a:avLst/>
          </a:prstGeom>
          <a:noFill/>
          <a:ln w="571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chemeClr val="accent1">
                    <a:lumMod val="50000"/>
                  </a:schemeClr>
                </a:solidFill>
              </a:rPr>
              <a:t>Superman Application</a:t>
            </a:r>
          </a:p>
          <a:p>
            <a:pPr algn="ctr"/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Brief Overview of the Modules 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for FLM 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d SLM</a:t>
            </a:r>
            <a:endParaRPr lang="en-IN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id="{5664E9AE-056F-3320-17AA-41ACC8A5F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589" y="132522"/>
            <a:ext cx="3162300" cy="1571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717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3339" y="159026"/>
            <a:ext cx="11025809" cy="67586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</a:t>
            </a:r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SCREEN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shows the planned customer and chemist calls as per the Tour plan</a:t>
            </a:r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448801" y="1683028"/>
            <a:ext cx="2743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Upcoming events, notifications, and sync status can be checked on the home page as well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Since the manager only adds MR in JFW in TP, so it can show 0 planned visits even though TP is planned.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39" y="990600"/>
            <a:ext cx="8636000" cy="539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72626" y="6211669"/>
            <a:ext cx="26193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000000"/>
                </a:solidFill>
                <a:latin typeface="Calibri" panose="020F0502020204030204" pitchFamily="34" charset="0"/>
              </a:rPr>
              <a:t>FLM-     10011118</a:t>
            </a:r>
            <a:r>
              <a:rPr lang="en-IN" dirty="0" smtClean="0"/>
              <a:t> </a:t>
            </a:r>
          </a:p>
          <a:p>
            <a:r>
              <a:rPr lang="en-US" dirty="0" smtClean="0"/>
              <a:t>PWD -   </a:t>
            </a:r>
            <a:r>
              <a:rPr lang="en-IN" u="sng" dirty="0" smtClean="0">
                <a:hlinkClick r:id="rId3"/>
              </a:rPr>
              <a:t>RAMGARH@1234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2810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12" y="1391478"/>
            <a:ext cx="9119927" cy="517828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140" y="92765"/>
            <a:ext cx="11025809" cy="67586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the PLAN &amp; MEET you will find options for daily plan and tour plan  </a:t>
            </a:r>
            <a:endParaRPr lang="en-IN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82540" y="1778296"/>
            <a:ext cx="28094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daily plan will show the planned customers and chemist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calls for the selected MR</a:t>
            </a:r>
            <a:endParaRPr lang="en-IN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US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plan DCR, you can click </a:t>
            </a:r>
            <a:r>
              <a:rPr lang="en-US" b="1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 DCR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US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add calls in today’s DCR, click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the  </a:t>
            </a:r>
            <a:r>
              <a:rPr 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b="1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dd to today’s plan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99652" y="1669774"/>
            <a:ext cx="1073426" cy="49033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573078" y="1676400"/>
            <a:ext cx="1073426" cy="49033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7109791" y="4731026"/>
            <a:ext cx="2471531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7109791" y="2186608"/>
            <a:ext cx="0" cy="2557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903843" y="3857750"/>
            <a:ext cx="3677480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903843" y="2186608"/>
            <a:ext cx="0" cy="1684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79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48" y="1192696"/>
            <a:ext cx="9066418" cy="55456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140" y="92765"/>
            <a:ext cx="11025809" cy="67586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Tour plan shows the detailed planning for the month. </a:t>
            </a:r>
            <a:endParaRPr lang="en-IN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3999" y="2078142"/>
            <a:ext cx="28492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manager’s tour </a:t>
            </a:r>
            <a:r>
              <a:rPr lang="en-IN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 for the next month is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from the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23</a:t>
            </a:r>
            <a:r>
              <a:rPr lang="en-IN" baseline="300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nd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the end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current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month.   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8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03" y="1417982"/>
            <a:ext cx="8635597" cy="50256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3640" y="30596"/>
            <a:ext cx="11025809" cy="67586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Dashboard is for detailed reports of </a:t>
            </a:r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KPI, Customer  </a:t>
            </a:r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&amp; chemist coverage, and the sales report </a:t>
            </a:r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the managers</a:t>
            </a:r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59078" y="3427238"/>
            <a:ext cx="322152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check Customer and chemist coverage of MR, leading customer coverage, TP deviation,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hospital coverage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reports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IN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Detailed sales dashboard according to geographies and Brands   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24700" y="2566956"/>
            <a:ext cx="3074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FLM’s KPI is in the performance dashboard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8169964" y="2729894"/>
            <a:ext cx="689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8169964" y="3624415"/>
            <a:ext cx="689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8222973" y="5234555"/>
            <a:ext cx="689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04142" y="831636"/>
            <a:ext cx="3989197" cy="46116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Performance Dashboard for FLM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85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30" y="1181100"/>
            <a:ext cx="8194770" cy="54122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859078" y="2389156"/>
            <a:ext cx="3074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SLM’s KPI is in the performance dashboard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930" y="437936"/>
            <a:ext cx="3989197" cy="46116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Performance Dashboard for SLM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59078" y="3236738"/>
            <a:ext cx="322152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 performance is not available for SLM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but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can check the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leading customer coverage, JFW &amp; TP deviation,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hospital coverage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reports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IN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Detailed sales dashboard according to geographies and Brands   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3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4" y="901147"/>
            <a:ext cx="10163583" cy="55334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140" y="185530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directory provides </a:t>
            </a:r>
            <a:r>
              <a:rPr lang="en-IN" sz="20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summed-up </a:t>
            </a:r>
            <a:r>
              <a:rPr lang="en-IN" sz="20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for </a:t>
            </a:r>
            <a:r>
              <a:rPr lang="en-IN" sz="20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customers</a:t>
            </a:r>
            <a:r>
              <a:rPr lang="en-IN" sz="20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chemists, </a:t>
            </a:r>
            <a:r>
              <a:rPr lang="en-IN" sz="20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stockists according to the MRs in the team </a:t>
            </a:r>
            <a:r>
              <a:rPr lang="en-IN" sz="20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40" y="1243758"/>
            <a:ext cx="8244514" cy="5455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140" y="185530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GSP module is for the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Granular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sales planning for the submitted for the upcoming financial year. It’s a once-in-a-year planning submitted at the start of every financial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year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03027" y="2160107"/>
            <a:ext cx="274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All the MRs in the team submit the GSP, which is then reviewed, approved, or rejected by the manager.</a:t>
            </a:r>
          </a:p>
          <a:p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For the MR who is not available or vacant area, GSP is planned and submitted by the manager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308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5936"/>
            <a:ext cx="5872122" cy="370343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140" y="185530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Admin option is for a variety of options related to the items and samples, leave,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holiday etc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.  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122" y="1029010"/>
            <a:ext cx="6319878" cy="33738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060647"/>
            <a:ext cx="1094458" cy="46116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For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FLM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21200" y="1262154"/>
            <a:ext cx="1094458" cy="46116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For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LM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8" name="Straight Connector 7"/>
          <p:cNvCxnSpPr>
            <a:stCxn id="5" idx="3"/>
          </p:cNvCxnSpPr>
          <p:nvPr/>
        </p:nvCxnSpPr>
        <p:spPr>
          <a:xfrm>
            <a:off x="1094458" y="2291230"/>
            <a:ext cx="4676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562100" y="2291230"/>
            <a:ext cx="0" cy="424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6" idx="2"/>
          </p:cNvCxnSpPr>
          <p:nvPr/>
        </p:nvCxnSpPr>
        <p:spPr>
          <a:xfrm>
            <a:off x="5068429" y="1723320"/>
            <a:ext cx="0" cy="3373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068429" y="2060647"/>
            <a:ext cx="7100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334500" y="2715935"/>
            <a:ext cx="1409700" cy="4971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0039350" y="3213100"/>
            <a:ext cx="0" cy="190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445500" y="5292099"/>
            <a:ext cx="3187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Assessment is available for SLM and not for FLM</a:t>
            </a: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4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1" y="1018569"/>
            <a:ext cx="10392544" cy="5645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140" y="159025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The Guidelines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Module is for the Incentive policy and brand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guide,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updated by the admin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954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55" y="1139687"/>
            <a:ext cx="11454211" cy="536009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140" y="132521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The AMS module redirects to the AMS production page if you click on proceed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722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02" y="1232452"/>
            <a:ext cx="11597383" cy="53961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81680" y="318051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The AMS production landing page for the managers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796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300" y="1085850"/>
            <a:ext cx="8686800" cy="5429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7627" y="188843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The settings option is provides the options to sync the data from the tab to the server and vice versa, for updating new brand slides and information.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505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57739" y="2040835"/>
            <a:ext cx="9144000" cy="4041913"/>
          </a:xfrm>
          <a:prstGeom prst="rect">
            <a:avLst/>
          </a:prstGeom>
          <a:noFill/>
          <a:ln w="571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9600" dirty="0" smtClean="0">
                <a:solidFill>
                  <a:schemeClr val="accent1">
                    <a:lumMod val="50000"/>
                  </a:schemeClr>
                </a:solidFill>
              </a:rPr>
              <a:t>Thank You!</a:t>
            </a:r>
            <a:endParaRPr lang="en-IN" sz="9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5664E9AE-056F-3320-17AA-41ACC8A5F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589" y="345631"/>
            <a:ext cx="3162300" cy="1571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2193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455</Words>
  <Application>Microsoft Office PowerPoint</Application>
  <PresentationFormat>Widescreen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Kumud\Superman Support (IS)\HO</dc:creator>
  <cp:lastModifiedBy>Kumud\Superman Support (IS)\HO</cp:lastModifiedBy>
  <cp:revision>10</cp:revision>
  <dcterms:created xsi:type="dcterms:W3CDTF">2025-07-02T13:07:24Z</dcterms:created>
  <dcterms:modified xsi:type="dcterms:W3CDTF">2025-07-02T14:28:53Z</dcterms:modified>
</cp:coreProperties>
</file>